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>
        <p:scale>
          <a:sx n="52" d="100"/>
          <a:sy n="52" d="100"/>
        </p:scale>
        <p:origin x="684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a Shutova" userId="fbc4ae68d027fd49" providerId="LiveId" clId="{AE967D5E-E7C5-4BEB-9D6B-0ACD6BCCEA05}"/>
    <pc:docChg chg="custSel addSld modSld">
      <pc:chgData name="Alexandra Shutova" userId="fbc4ae68d027fd49" providerId="LiveId" clId="{AE967D5E-E7C5-4BEB-9D6B-0ACD6BCCEA05}" dt="2026-07-08T17:03:08.452" v="21" actId="20577"/>
      <pc:docMkLst>
        <pc:docMk/>
      </pc:docMkLst>
      <pc:sldChg chg="modSp new mod">
        <pc:chgData name="Alexandra Shutova" userId="fbc4ae68d027fd49" providerId="LiveId" clId="{AE967D5E-E7C5-4BEB-9D6B-0ACD6BCCEA05}" dt="2026-07-08T17:03:08.452" v="21" actId="20577"/>
        <pc:sldMkLst>
          <pc:docMk/>
          <pc:sldMk cId="541963144" sldId="263"/>
        </pc:sldMkLst>
        <pc:spChg chg="mod">
          <ac:chgData name="Alexandra Shutova" userId="fbc4ae68d027fd49" providerId="LiveId" clId="{AE967D5E-E7C5-4BEB-9D6B-0ACD6BCCEA05}" dt="2026-07-08T17:03:08.452" v="21" actId="20577"/>
          <ac:spMkLst>
            <pc:docMk/>
            <pc:sldMk cId="541963144" sldId="263"/>
            <ac:spMk id="2" creationId="{95FE1658-D7DD-82D1-DC07-3D5CB95964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C51580-7B74-E328-5AD5-0DA08524C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23D3F4-5449-6282-15D5-D3333174A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5CE8CC-6099-6655-89E8-C8ABF43C5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22E737-B345-F1FC-A12A-386E61FA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1DE071-6865-524F-D602-1292EF95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009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5A4E9-DB2D-C382-949A-C0540151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B02501-EFF7-75D4-07F6-E70556C1B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885133-C1BD-98C1-4CCF-7FD5A544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4147D3-EFF7-7ED9-D87E-A746DDEB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85BFB8-58E5-1E27-A039-AAD82A29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46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06A989-F2A9-8697-7B45-C53B4241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21C3E2-15EB-C083-05E1-C5DCA509A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3F210E-728C-8A58-28FA-4FD2FAFC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347932-25A5-1394-FD9F-FB55935C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4135E4-0196-A90D-A95F-87214A7C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96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F7432-76AF-623C-3C10-B8F77F05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EE2AAF-F568-D2DD-76F1-7C61B3ECE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413FB0-5977-BC6E-1474-436963DDB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B10782-ED31-066A-0ACA-5ABF1F57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893301-E355-9214-8A1D-8D2D22D5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3818D6-9F30-68EE-D8D9-9E047E5A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7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85E6D-9B67-72C6-E74E-BE2DDDCD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B2DAB5-8952-BD02-7B35-FDD97BDE4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4E05D7-8003-62EF-AA31-7726421AD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6D4B0D-3272-6A44-2564-1BE8A4908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C59D6E-9642-AF2C-8C0F-B9468037B7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4955F79-B933-8A3C-DA62-F99EDC0D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9550334-31FF-B9A8-0071-8225DB1AB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BECC187-848D-B7F5-4EFC-7254757F1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32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4BD97-CACF-1F0C-BDFB-5A5636D82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7CCA5AF-BE3B-B648-8D5A-655AA0BE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AEB0B2A-E714-C443-039A-DDFF1B32C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0C2ABC-039E-CBBC-DDAD-3F0F1D57B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677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A5F9E2-21A9-7804-8579-EB7277E7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07ADFB2-A83E-D48F-80AC-07E1DBB4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C94498-06E8-2CF6-5D7A-97B3D6CC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202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3637D-67D2-F956-7806-34793A2E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47EAB6-FF32-8899-9476-D2D98A2A0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033B9B-743E-E338-60C7-274060B88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5259EF-DFD3-985F-0FB7-1CEFADBB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D963E4-5CD0-A13C-EE94-0A9ABCB2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C176A2-310E-F42E-0160-47F4020B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19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3E9AC-8640-8D0E-A90D-0FF526283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57D7DD1-885C-48DE-EB00-BF3918B36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21AD2A-B998-5B13-5FF3-702A9F4F3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0C3181-50C5-4AE2-ADF7-04B99B93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B218E0-003C-FCCF-3CE0-ABFFD70E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FEC1FB-A5AF-D578-0FA2-CCA6DF77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88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4B2427-6501-B4B2-D4F0-E0FF4E9C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A74B35-DB85-5012-241B-71539612A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A1B081-5AC4-2335-17B4-1B59F108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D0D329-5FCB-3B67-155A-8C650FE48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078A42-AE94-075D-D7C7-32E7BD01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145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3638EE1-6CED-C74A-72AC-27B61A293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0E394C-3CEE-FF85-E3A0-AE8BD9610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4F675-22A4-F723-3CEF-E8C453F6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BB5251-2C74-949C-D1D9-94E29344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18D3A4-78B0-49BE-78B3-C94C496E4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68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88051-91F8-AE69-FD75-1EED840B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53D977-018D-377B-8124-13FE63335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A93D47-9CB0-5312-A2FB-10D5FBFC5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61FE5-9696-4BB6-99ED-7D1B5A538B66}" type="datetimeFigureOut">
              <a:rPr lang="ru-RU" smtClean="0"/>
              <a:t>07.07.2026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36816A-8CD2-FEA0-22C5-B60E3049B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5B61C6-10EB-7737-8459-1C9E85AC0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AFBD3-7B78-49A5-8E8D-4AA21C8232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129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60339-9649-12D5-8197-2F4DC478B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 dirty="0"/>
              <a:t>Neo-Clock</a:t>
            </a:r>
            <a:endParaRPr lang="ru-RU" sz="7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C76AFF-6C54-3A44-792C-86D1FBC1A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ru-RU" dirty="0"/>
              <a:t>Первая встреча в сезоне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64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64556-CC09-CDB5-4626-3AF4AD04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ru-RU" sz="4800" dirty="0"/>
              <a:t>Личная цель, реализуемая в проекте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06149-C1B8-97FA-B553-23BE05C5D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ru-RU" sz="2400"/>
              <a:t>Первый опыт создания полноценного проекта на Физтех Фабрике</a:t>
            </a:r>
          </a:p>
          <a:p>
            <a:r>
              <a:rPr lang="ru-RU" sz="2400"/>
              <a:t>Хорошая оценка по предмету «Практикум по цифровому производству»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35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08DBC4-2D50-9130-AC29-1FAC49F0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комплектующих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060020-F774-C022-E896-7D8F19553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Arduino Nano – </a:t>
            </a:r>
            <a:r>
              <a:rPr lang="ru-RU" dirty="0"/>
              <a:t>микроконтроллер</a:t>
            </a:r>
          </a:p>
          <a:p>
            <a:r>
              <a:rPr lang="en-US" dirty="0"/>
              <a:t>RTC – </a:t>
            </a:r>
            <a:r>
              <a:rPr lang="ru-RU" dirty="0"/>
              <a:t>модуль часов реального времени</a:t>
            </a:r>
          </a:p>
          <a:p>
            <a:r>
              <a:rPr lang="ru-RU" dirty="0"/>
              <a:t>Адресная светодиодная лента на 60 светодиодов</a:t>
            </a:r>
          </a:p>
          <a:p>
            <a:r>
              <a:rPr lang="ru-RU" dirty="0"/>
              <a:t>Внешний блок питания</a:t>
            </a:r>
          </a:p>
          <a:p>
            <a:r>
              <a:rPr lang="ru-RU" dirty="0"/>
              <a:t>Конденсатор (защита светодиодов от сгорания)</a:t>
            </a:r>
          </a:p>
          <a:p>
            <a:r>
              <a:rPr lang="ru-RU" dirty="0"/>
              <a:t>Резистор </a:t>
            </a:r>
          </a:p>
          <a:p>
            <a:r>
              <a:rPr lang="ru-RU" dirty="0"/>
              <a:t>Потенциометр (регулировать яркость)</a:t>
            </a:r>
            <a:endParaRPr lang="en-US" dirty="0"/>
          </a:p>
          <a:p>
            <a:r>
              <a:rPr lang="en-US" dirty="0"/>
              <a:t>2-3 </a:t>
            </a:r>
            <a:r>
              <a:rPr lang="ru-RU" dirty="0"/>
              <a:t>кнопки</a:t>
            </a:r>
          </a:p>
          <a:p>
            <a:r>
              <a:rPr lang="ru-RU" dirty="0"/>
              <a:t>Акриловые пластины</a:t>
            </a:r>
          </a:p>
          <a:p>
            <a:r>
              <a:rPr lang="ru-RU" dirty="0"/>
              <a:t>Корпус (на 3</a:t>
            </a:r>
            <a:r>
              <a:rPr lang="en-US" dirty="0"/>
              <a:t>D</a:t>
            </a:r>
            <a:r>
              <a:rPr lang="ru-RU" dirty="0"/>
              <a:t> принтере)</a:t>
            </a:r>
          </a:p>
          <a:p>
            <a:r>
              <a:rPr lang="ru-RU" dirty="0"/>
              <a:t>Провода</a:t>
            </a:r>
          </a:p>
          <a:p>
            <a:r>
              <a:rPr lang="ru-RU" dirty="0"/>
              <a:t>Макетная плата</a:t>
            </a:r>
          </a:p>
        </p:txBody>
      </p:sp>
    </p:spTree>
    <p:extLst>
      <p:ext uri="{BB962C8B-B14F-4D97-AF65-F5344CB8AC3E}">
        <p14:creationId xmlns:p14="http://schemas.microsoft.com/office/powerpoint/2010/main" val="2670892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3C119-A544-28A5-AB57-4D0852E1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Схема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D0569A-6447-5F4C-3071-6BEF93EC0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983" y="122215"/>
            <a:ext cx="6213762" cy="673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4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39033-5463-D4C2-7B2B-A313B62BE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работы (июль-ноябрь)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BB75A2-8F53-4A2D-AF4B-626B1C9E1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Июль-середина августа (пока нет комплектующих):</a:t>
            </a:r>
            <a:r>
              <a:rPr lang="ru-RU" dirty="0"/>
              <a:t> </a:t>
            </a:r>
          </a:p>
          <a:p>
            <a:r>
              <a:rPr lang="ru-RU" dirty="0"/>
              <a:t>заказать комплектующих</a:t>
            </a:r>
          </a:p>
          <a:p>
            <a:r>
              <a:rPr lang="ru-RU" dirty="0"/>
              <a:t>написать основной части кода (без отладки, конечно)</a:t>
            </a:r>
          </a:p>
          <a:p>
            <a:r>
              <a:rPr lang="ru-RU" dirty="0"/>
              <a:t>определиться с дизайном, проконсультироваться, возможно, отрисовать цифры и маскота</a:t>
            </a:r>
          </a:p>
          <a:p>
            <a:r>
              <a:rPr lang="ru-RU" dirty="0"/>
              <a:t>сделать красивые чертежи в </a:t>
            </a:r>
            <a:r>
              <a:rPr lang="en-US" dirty="0"/>
              <a:t>CAD (</a:t>
            </a:r>
            <a:r>
              <a:rPr lang="ru-RU" dirty="0"/>
              <a:t>если у кого-то есть, у меня нету на компе)</a:t>
            </a:r>
            <a:endParaRPr lang="en-US" dirty="0"/>
          </a:p>
          <a:p>
            <a:r>
              <a:rPr lang="ru-RU" dirty="0"/>
              <a:t>переделать проектное предложение в документацию, если необходимо, дополнить</a:t>
            </a:r>
          </a:p>
        </p:txBody>
      </p:sp>
    </p:spTree>
    <p:extLst>
      <p:ext uri="{BB962C8B-B14F-4D97-AF65-F5344CB8AC3E}">
        <p14:creationId xmlns:p14="http://schemas.microsoft.com/office/powerpoint/2010/main" val="243192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88F761-5EB3-F60F-2294-32F6DBDA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работы (июль-ноябрь)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04305C-55F5-0D56-B384-EF7FEDE37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Середина августа-сентябрь:</a:t>
            </a:r>
          </a:p>
          <a:p>
            <a:r>
              <a:rPr lang="ru-RU" dirty="0"/>
              <a:t>тестировать части кода с отдельными элементами схемы</a:t>
            </a:r>
          </a:p>
          <a:p>
            <a:r>
              <a:rPr lang="ru-RU" dirty="0"/>
              <a:t>собрать схему</a:t>
            </a:r>
          </a:p>
          <a:p>
            <a:r>
              <a:rPr lang="ru-RU" dirty="0"/>
              <a:t>тестировать кода на всей схеме</a:t>
            </a:r>
          </a:p>
          <a:p>
            <a:r>
              <a:rPr lang="ru-RU" dirty="0"/>
              <a:t>отладить код</a:t>
            </a:r>
          </a:p>
          <a:p>
            <a:r>
              <a:rPr lang="ru-RU" dirty="0"/>
              <a:t>создать детали в </a:t>
            </a:r>
            <a:r>
              <a:rPr lang="en-US" dirty="0"/>
              <a:t>CAD </a:t>
            </a:r>
            <a:r>
              <a:rPr lang="ru-RU" dirty="0"/>
              <a:t>(если не получилось ранее)</a:t>
            </a:r>
          </a:p>
        </p:txBody>
      </p:sp>
    </p:spTree>
    <p:extLst>
      <p:ext uri="{BB962C8B-B14F-4D97-AF65-F5344CB8AC3E}">
        <p14:creationId xmlns:p14="http://schemas.microsoft.com/office/powerpoint/2010/main" val="118004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DEBDA-1721-4943-FEA3-E8854665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работы (июль-ноябрь)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A15D75-FA13-60AF-22D6-47E27F67D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Октябрь:</a:t>
            </a:r>
          </a:p>
          <a:p>
            <a:r>
              <a:rPr lang="ru-RU" dirty="0"/>
              <a:t>сделать на фабрике корпус</a:t>
            </a:r>
          </a:p>
          <a:p>
            <a:r>
              <a:rPr lang="ru-RU" dirty="0"/>
              <a:t>собрать </a:t>
            </a:r>
            <a:r>
              <a:rPr lang="en-US" dirty="0"/>
              <a:t>Neo-Clock</a:t>
            </a:r>
          </a:p>
          <a:p>
            <a:r>
              <a:rPr lang="ru-RU" dirty="0"/>
              <a:t>подготовить презентацию проекта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остается месяц на непредвиденные маневры!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958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E1658-D7DD-82D1-DC07-3D5CB9596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5768F9-D5FA-50B1-7FA2-920FB0B5B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19631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201</Words>
  <Application>Microsoft Office PowerPoint</Application>
  <PresentationFormat>Широкоэкранный</PresentationFormat>
  <Paragraphs>43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Neo-Clock</vt:lpstr>
      <vt:lpstr>Личная цель, реализуемая в проекте</vt:lpstr>
      <vt:lpstr>Список комплектующих</vt:lpstr>
      <vt:lpstr>Схема</vt:lpstr>
      <vt:lpstr>План работы (июль-ноябрь)</vt:lpstr>
      <vt:lpstr>План работы (июль-ноябрь)</vt:lpstr>
      <vt:lpstr>План работы (июль-ноябрь)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Alexandra Shutova</dc:creator>
  <cp:lastModifiedBy>Alexandra Shutova</cp:lastModifiedBy>
  <cp:revision>1</cp:revision>
  <dcterms:created xsi:type="dcterms:W3CDTF">2026-07-07T11:09:45Z</dcterms:created>
  <dcterms:modified xsi:type="dcterms:W3CDTF">2026-07-08T17:03:20Z</dcterms:modified>
</cp:coreProperties>
</file>